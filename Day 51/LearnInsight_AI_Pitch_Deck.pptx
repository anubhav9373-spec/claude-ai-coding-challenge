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— 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LearnInsight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document into a complete AI-powered learning experience.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3886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3886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76472" y="38862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3886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1184" y="388620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38862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7648" y="3886200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3886200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AB Talks Capstone Builder   |   10-Day Sprint to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from raw documents is slow, manual, and fragmented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920240" y="194767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material, no shortcuts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35000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Textbooks, notes, and reports take real time to digest before you can even start studying.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55848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758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75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1920240" y="35204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per task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3922776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summarizer here, a flashcard app there — learners stitch together multiple disconnected tools.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28616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24865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248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60" dirty="0"/>
          </a:p>
        </p:txBody>
      </p:sp>
      <p:sp>
        <p:nvSpPr>
          <p:cNvPr id="17" name="Text 15"/>
          <p:cNvSpPr/>
          <p:nvPr/>
        </p:nvSpPr>
        <p:spPr>
          <a:xfrm>
            <a:off x="1920240" y="50932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prep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5495544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content into quizzes or notes by hand is time-consuming busywork, every single 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LearnInsight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anyone turning raw material into real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499616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99616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exams and needing to quickly digest textbook chapters or lecture notes.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70248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3547872" y="3383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384048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Career-changers and independent learners working through technical or professional material.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6318504" y="3383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9944" y="384048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key points and simplified explanations from lengthy reports, fast.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811512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811512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980" dirty="0"/>
          </a:p>
        </p:txBody>
      </p:sp>
      <p:sp>
        <p:nvSpPr>
          <p:cNvPr id="22" name="Text 20"/>
          <p:cNvSpPr/>
          <p:nvPr/>
        </p:nvSpPr>
        <p:spPr>
          <a:xfrm>
            <a:off x="9089136" y="3383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0576" y="384048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this project firsthand — a portfolio piece they can actually use.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LearnInsight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A complete learning kit.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5875">
            <a:solidFill>
              <a:srgbClr val="D4A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TXT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study document, dropped in as-is — no formatting or prep needed.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160520"/>
            <a:ext cx="0" cy="1280160"/>
          </a:xfrm>
          <a:prstGeom prst="line">
            <a:avLst/>
          </a:prstGeom>
          <a:noFill/>
          <a:ln w="19050">
            <a:solidFill>
              <a:srgbClr val="D4A73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work — no manual note-taking, no separate tools.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020824"/>
            <a:ext cx="274320" cy="27432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828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61518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2807208"/>
            <a:ext cx="274320" cy="27432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6151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Explanation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340156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593592"/>
            <a:ext cx="274320" cy="27432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40156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418795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4379976"/>
            <a:ext cx="274320" cy="27432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18795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497433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5166360"/>
            <a:ext cx="274320" cy="27432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97433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LearnInsight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AI-generated learning artifacts from a single document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structured overview of the document's core ideas.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Explanation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teaching, built for beginners.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827532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multiple-choice questions with scoring.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86868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Flip-through cards for fast revision and recall.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457200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Topic-organized, scannable study notes.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827532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Dashboard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and its materials, saved and revisitable.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LearnInsight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decoupled architecture built entirely on free-tier services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Vanilla 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93592" y="27432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REST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38404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64224" y="27432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(free tier)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38404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generation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196596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2194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34856" y="27432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34856" y="38404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zero-config persistence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File Upload  →  Text Extraction  →  Gemini Prompting  →  Structured Output  →  SQLite Save  →  Dashboard Render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two independently hosted services communicating over a REST API — a real-world, production-style pattern.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LearnInsight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the foundation — here's what comes next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48256"/>
            <a:ext cx="429768" cy="42976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82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34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 transcript support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048256"/>
            <a:ext cx="429768" cy="42976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482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34" dirty="0"/>
          </a:p>
        </p:txBody>
      </p:sp>
      <p:sp>
        <p:nvSpPr>
          <p:cNvPr id="11" name="Text 9"/>
          <p:cNvSpPr/>
          <p:nvPr/>
        </p:nvSpPr>
        <p:spPr>
          <a:xfrm>
            <a:off x="7086600" y="1874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(PPT/PPTX) file support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008376"/>
            <a:ext cx="429768" cy="42976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083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34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with Documents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008376"/>
            <a:ext cx="429768" cy="42976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0083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34" dirty="0"/>
          </a:p>
        </p:txBody>
      </p:sp>
      <p:sp>
        <p:nvSpPr>
          <p:cNvPr id="19" name="Text 17"/>
          <p:cNvSpPr/>
          <p:nvPr/>
        </p:nvSpPr>
        <p:spPr>
          <a:xfrm>
            <a:off x="7086600" y="28346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Mind Maps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68496"/>
            <a:ext cx="429768" cy="42976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684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34" dirty="0"/>
          </a:p>
        </p:txBody>
      </p:sp>
      <p:sp>
        <p:nvSpPr>
          <p:cNvPr id="23" name="Text 21"/>
          <p:cNvSpPr/>
          <p:nvPr/>
        </p:nvSpPr>
        <p:spPr>
          <a:xfrm>
            <a:off x="146304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across sessions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37947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968496"/>
            <a:ext cx="429768" cy="42976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9684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34" dirty="0"/>
          </a:p>
        </p:txBody>
      </p:sp>
      <p:sp>
        <p:nvSpPr>
          <p:cNvPr id="27" name="Text 25"/>
          <p:cNvSpPr/>
          <p:nvPr/>
        </p:nvSpPr>
        <p:spPr>
          <a:xfrm>
            <a:off x="708660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LearnInsight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every document a complete, ready-to-use learning experience — so learners spend their time actually learning, not preparing to learn.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LearnInsight AI  ·  Built in 10 days as part of the AB Talks 60-Day Claude AI Challenge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2026-07-21T06:07:02Z</dcterms:created>
  <dcterms:modified xsi:type="dcterms:W3CDTF">2026-07-21T06:07:02Z</dcterms:modified>
</cp:coreProperties>
</file>